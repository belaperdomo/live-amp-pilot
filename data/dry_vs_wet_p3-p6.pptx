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5084D8-C2D7-4B02-86E8-344A22CB8FB4}" v="1" dt="2025-04-03T20:39:12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a Perdomo" userId="00728a31-43d9-4b7f-9959-7b6673fdf6dd" providerId="ADAL" clId="{545084D8-C2D7-4B02-86E8-344A22CB8FB4}"/>
    <pc:docChg chg="custSel addSld modSld">
      <pc:chgData name="Bela Perdomo" userId="00728a31-43d9-4b7f-9959-7b6673fdf6dd" providerId="ADAL" clId="{545084D8-C2D7-4B02-86E8-344A22CB8FB4}" dt="2025-04-03T20:40:48.396" v="158" actId="680"/>
      <pc:docMkLst>
        <pc:docMk/>
      </pc:docMkLst>
      <pc:sldChg chg="modSp new mod">
        <pc:chgData name="Bela Perdomo" userId="00728a31-43d9-4b7f-9959-7b6673fdf6dd" providerId="ADAL" clId="{545084D8-C2D7-4B02-86E8-344A22CB8FB4}" dt="2025-04-03T20:40:40.635" v="157" actId="1076"/>
        <pc:sldMkLst>
          <pc:docMk/>
          <pc:sldMk cId="3843879462" sldId="256"/>
        </pc:sldMkLst>
        <pc:spChg chg="mod">
          <ac:chgData name="Bela Perdomo" userId="00728a31-43d9-4b7f-9959-7b6673fdf6dd" providerId="ADAL" clId="{545084D8-C2D7-4B02-86E8-344A22CB8FB4}" dt="2025-04-03T20:40:40.635" v="157" actId="1076"/>
          <ac:spMkLst>
            <pc:docMk/>
            <pc:sldMk cId="3843879462" sldId="256"/>
            <ac:spMk id="2" creationId="{1F9D1645-CF8A-F1A4-4ECD-E20B689F434C}"/>
          </ac:spMkLst>
        </pc:spChg>
        <pc:spChg chg="mod">
          <ac:chgData name="Bela Perdomo" userId="00728a31-43d9-4b7f-9959-7b6673fdf6dd" providerId="ADAL" clId="{545084D8-C2D7-4B02-86E8-344A22CB8FB4}" dt="2025-04-03T20:40:30.432" v="156" actId="27636"/>
          <ac:spMkLst>
            <pc:docMk/>
            <pc:sldMk cId="3843879462" sldId="256"/>
            <ac:spMk id="3" creationId="{27E92B7B-38DF-FB3C-901F-F4443F5ADA61}"/>
          </ac:spMkLst>
        </pc:spChg>
      </pc:sldChg>
      <pc:sldChg chg="new">
        <pc:chgData name="Bela Perdomo" userId="00728a31-43d9-4b7f-9959-7b6673fdf6dd" providerId="ADAL" clId="{545084D8-C2D7-4B02-86E8-344A22CB8FB4}" dt="2025-04-03T20:40:48.396" v="158" actId="680"/>
        <pc:sldMkLst>
          <pc:docMk/>
          <pc:sldMk cId="331392293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30CF8-4CB7-891B-37AE-C42694F0F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DA609-B7BD-022B-6A81-7CF86FD55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B7691-B8B1-8459-5211-6CD3EE1F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2DCB0-645D-4D4B-97FC-AB58C569B471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6122D-65EA-1028-763A-AA499374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7000D-0AEB-5752-6E19-31E711FC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037B5-E88D-42DB-BBE7-3B389848B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159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F511C-F967-0A67-8DD0-284D5ADC2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798DD-1148-CBEC-9EEC-F5099A8DC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63E82-0238-8977-BD9E-0F371205C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2DCB0-645D-4D4B-97FC-AB58C569B471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B9EDE-B636-5627-0934-88069F2DE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ACB45-EB5D-6327-D1BF-33177205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037B5-E88D-42DB-BBE7-3B389848B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98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BD647-99EF-172D-F9B2-74FCC0572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F97D6-2E07-88E5-3DE4-9E5887DEB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7EC56-1219-5082-E5B5-8B2E3514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2DCB0-645D-4D4B-97FC-AB58C569B471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11E36-C462-E981-A9DE-D98D7FE0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22083-BB48-3EAE-4D80-9E0C18C9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037B5-E88D-42DB-BBE7-3B389848B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7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BB911-A842-B3EC-277F-8261780F4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CE08E-4DC7-D764-FDD3-8E020ABC2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65BC0-3485-C984-8BCA-E8C4D296A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8CD51-AEEF-5FB7-6535-84D5116F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2DCB0-645D-4D4B-97FC-AB58C569B471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8ED61-6100-FA9E-110B-0A50389ED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5A507-D6DB-A273-9DBA-8C13B8A6E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037B5-E88D-42DB-BBE7-3B389848B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88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89AC-2754-E6EF-201F-D8B8E060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5DB81-0916-41D5-9E78-A2C3D9060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700B1-F637-9A6A-F21A-DD1BB8535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C14288-584B-7C26-8EA5-0009005221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3C3ED0-95C6-17F7-FD5C-A0CEC6F4B1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C93A41-2750-6568-F518-9F7B66CC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2DCB0-645D-4D4B-97FC-AB58C569B471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EDB6E2-DAEB-3761-4EC2-92E34CB2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1C791F-575D-6AE4-07C9-DCE39DD11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037B5-E88D-42DB-BBE7-3B389848B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199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5B74D-28B7-E01B-D066-A48DFD640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27E9D0-A5F8-A57F-DBC8-609B5B803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2DCB0-645D-4D4B-97FC-AB58C569B471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BE77D9-DEFA-7A48-400F-AD765596D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84548-1440-2A4F-C943-B6180CCF5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037B5-E88D-42DB-BBE7-3B389848B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5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991559-B3EC-B26A-39BB-6BBF3875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2DCB0-645D-4D4B-97FC-AB58C569B471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E23E7C-8B6C-641C-54FB-A5835CC83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EF06B-2892-C3F9-4232-CCEC121C6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037B5-E88D-42DB-BBE7-3B389848B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146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F0F2-C6E6-C7C5-334E-C711425D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DB726-C6AB-8B24-FF36-2A5E78BA3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98487F-EBAF-850E-697C-B496D734D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43F98-BF5D-8483-4F15-32CD80445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2DCB0-645D-4D4B-97FC-AB58C569B471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ACF2D-3DCC-1743-2812-C4026EA5A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117EA-30E4-16B4-425C-C21D2CDD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037B5-E88D-42DB-BBE7-3B389848B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25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897B1-2058-0E6E-7774-CC5CE6DA2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B2F02F-1E38-E5B3-6FAE-540AFE1346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90D4F-42E0-CAC5-9619-9AFF72101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4AE91-849D-E90A-6F63-ABD55E2FD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2DCB0-645D-4D4B-97FC-AB58C569B471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07094-5E58-F0FB-ABE9-44847BB61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42B2C-A595-73AB-67DF-BF5AB9FC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037B5-E88D-42DB-BBE7-3B389848B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50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5AF78-A01C-577C-3A4C-63D6E055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8BD08D-284C-6E13-4577-2422ADAA1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A2F4D-C142-55CF-DD5A-86D43EB07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2DCB0-645D-4D4B-97FC-AB58C569B471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3C5AF-5758-ED35-3B5D-D5BBB9154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00BC1-9786-C3ED-CB96-9C0728E0F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037B5-E88D-42DB-BBE7-3B389848B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1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02C0B2-A161-49FD-428B-9D1312536F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247BA7-9FB8-8AD7-BD10-745D441A4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CC90-B229-0146-5ED2-8CCBA7CF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2DCB0-645D-4D4B-97FC-AB58C569B471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C34C1-71F7-CF0D-EEA2-FE0BCD061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15265-3CC6-8A71-80B2-2CDB4F88E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037B5-E88D-42DB-BBE7-3B389848B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44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2B5633-F0A8-E8D7-8526-2ECA9E2C5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4D516-1F68-1993-5BFE-73CF3566E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9AD84-B0C2-F1E3-4725-835F6047B2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2DCB0-645D-4D4B-97FC-AB58C569B471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D08C5-5509-A723-1200-8897A1BF8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C4022-8123-1230-0CFA-B65B1E4FF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037B5-E88D-42DB-BBE7-3B389848B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33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D1645-CF8A-F1A4-4ECD-E20B689F4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4441"/>
            <a:ext cx="9144000" cy="2387600"/>
          </a:xfrm>
        </p:spPr>
        <p:txBody>
          <a:bodyPr/>
          <a:lstStyle/>
          <a:p>
            <a:r>
              <a:rPr lang="en-US" dirty="0"/>
              <a:t>Dry vs. Wet </a:t>
            </a:r>
            <a:r>
              <a:rPr lang="en-US" dirty="0" err="1"/>
              <a:t>LiveAmp</a:t>
            </a:r>
            <a:r>
              <a:rPr lang="en-US" dirty="0"/>
              <a:t>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E92B7B-38DF-FB3C-901F-F4443F5AD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0023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Subjects 3-6 (Subject 5 to be dropped)</a:t>
            </a:r>
          </a:p>
          <a:p>
            <a:br>
              <a:rPr lang="en-US" dirty="0"/>
            </a:br>
            <a:r>
              <a:rPr lang="en-US" dirty="0"/>
              <a:t>Updates:</a:t>
            </a:r>
          </a:p>
          <a:p>
            <a:pPr marL="342900" indent="-342900">
              <a:buFontTx/>
              <a:buChar char="-"/>
            </a:pPr>
            <a:r>
              <a:rPr lang="en-US" dirty="0"/>
              <a:t>Re-referenced to the average of P3 &amp; P4</a:t>
            </a:r>
          </a:p>
          <a:p>
            <a:pPr marL="342900" indent="-342900">
              <a:buFontTx/>
              <a:buChar char="-"/>
            </a:pPr>
            <a:r>
              <a:rPr lang="en-US" dirty="0"/>
              <a:t>Latency fixed</a:t>
            </a:r>
          </a:p>
          <a:p>
            <a:pPr marL="342900" indent="-34290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879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1B7DF-AF6B-4F06-F949-D3EAA105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2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Dry vs. Wet LiveAmp Data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Bela Perdomo</dc:creator>
  <cp:lastModifiedBy>Bela Perdomo</cp:lastModifiedBy>
  <cp:revision>1</cp:revision>
  <dcterms:created xsi:type="dcterms:W3CDTF">2025-04-03T20:37:50Z</dcterms:created>
  <dcterms:modified xsi:type="dcterms:W3CDTF">2025-04-03T20:40:49Z</dcterms:modified>
</cp:coreProperties>
</file>