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169D7D-B06B-415F-9E15-96EEC6A54ECB}" v="19" dt="2025-04-02T14:30:08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a Perdomo" userId="00728a31-43d9-4b7f-9959-7b6673fdf6dd" providerId="ADAL" clId="{35169D7D-B06B-415F-9E15-96EEC6A54ECB}"/>
    <pc:docChg chg="custSel addSld modSld sldOrd">
      <pc:chgData name="Bela Perdomo" userId="00728a31-43d9-4b7f-9959-7b6673fdf6dd" providerId="ADAL" clId="{35169D7D-B06B-415F-9E15-96EEC6A54ECB}" dt="2025-04-02T14:38:06.445" v="315" actId="1076"/>
      <pc:docMkLst>
        <pc:docMk/>
      </pc:docMkLst>
      <pc:sldChg chg="modSp new mod">
        <pc:chgData name="Bela Perdomo" userId="00728a31-43d9-4b7f-9959-7b6673fdf6dd" providerId="ADAL" clId="{35169D7D-B06B-415F-9E15-96EEC6A54ECB}" dt="2025-04-02T14:27:04.198" v="211" actId="27636"/>
        <pc:sldMkLst>
          <pc:docMk/>
          <pc:sldMk cId="1459489801" sldId="256"/>
        </pc:sldMkLst>
        <pc:spChg chg="mod">
          <ac:chgData name="Bela Perdomo" userId="00728a31-43d9-4b7f-9959-7b6673fdf6dd" providerId="ADAL" clId="{35169D7D-B06B-415F-9E15-96EEC6A54ECB}" dt="2025-04-02T14:24:55.240" v="28" actId="20577"/>
          <ac:spMkLst>
            <pc:docMk/>
            <pc:sldMk cId="1459489801" sldId="256"/>
            <ac:spMk id="2" creationId="{457EBD7F-236A-6E90-DD84-AD0DBF608842}"/>
          </ac:spMkLst>
        </pc:spChg>
        <pc:spChg chg="mod">
          <ac:chgData name="Bela Perdomo" userId="00728a31-43d9-4b7f-9959-7b6673fdf6dd" providerId="ADAL" clId="{35169D7D-B06B-415F-9E15-96EEC6A54ECB}" dt="2025-04-02T14:27:04.198" v="211" actId="27636"/>
          <ac:spMkLst>
            <pc:docMk/>
            <pc:sldMk cId="1459489801" sldId="256"/>
            <ac:spMk id="3" creationId="{11D48715-EBC1-517E-6650-8310BCF43D49}"/>
          </ac:spMkLst>
        </pc:spChg>
      </pc:sldChg>
      <pc:sldChg chg="addSp modSp new mod">
        <pc:chgData name="Bela Perdomo" userId="00728a31-43d9-4b7f-9959-7b6673fdf6dd" providerId="ADAL" clId="{35169D7D-B06B-415F-9E15-96EEC6A54ECB}" dt="2025-04-02T14:28:18.662" v="250" actId="1076"/>
        <pc:sldMkLst>
          <pc:docMk/>
          <pc:sldMk cId="3375158519" sldId="257"/>
        </pc:sldMkLst>
        <pc:spChg chg="mod">
          <ac:chgData name="Bela Perdomo" userId="00728a31-43d9-4b7f-9959-7b6673fdf6dd" providerId="ADAL" clId="{35169D7D-B06B-415F-9E15-96EEC6A54ECB}" dt="2025-04-02T14:27:33.897" v="226" actId="20577"/>
          <ac:spMkLst>
            <pc:docMk/>
            <pc:sldMk cId="3375158519" sldId="257"/>
            <ac:spMk id="2" creationId="{588A8837-CBA9-E090-3BB0-106633E79FD8}"/>
          </ac:spMkLst>
        </pc:spChg>
        <pc:picChg chg="add mod">
          <ac:chgData name="Bela Perdomo" userId="00728a31-43d9-4b7f-9959-7b6673fdf6dd" providerId="ADAL" clId="{35169D7D-B06B-415F-9E15-96EEC6A54ECB}" dt="2025-04-02T14:27:46.894" v="231" actId="1076"/>
          <ac:picMkLst>
            <pc:docMk/>
            <pc:sldMk cId="3375158519" sldId="257"/>
            <ac:picMk id="5" creationId="{8AF82026-BC27-EB4E-17F6-5E412604F475}"/>
          </ac:picMkLst>
        </pc:picChg>
        <pc:picChg chg="add mod">
          <ac:chgData name="Bela Perdomo" userId="00728a31-43d9-4b7f-9959-7b6673fdf6dd" providerId="ADAL" clId="{35169D7D-B06B-415F-9E15-96EEC6A54ECB}" dt="2025-04-02T14:27:57.603" v="238" actId="1076"/>
          <ac:picMkLst>
            <pc:docMk/>
            <pc:sldMk cId="3375158519" sldId="257"/>
            <ac:picMk id="7" creationId="{09D150EA-FD0F-4ACB-5B35-D32B9C6DFDE0}"/>
          </ac:picMkLst>
        </pc:picChg>
        <pc:picChg chg="add mod">
          <ac:chgData name="Bela Perdomo" userId="00728a31-43d9-4b7f-9959-7b6673fdf6dd" providerId="ADAL" clId="{35169D7D-B06B-415F-9E15-96EEC6A54ECB}" dt="2025-04-02T14:28:06.122" v="243" actId="1076"/>
          <ac:picMkLst>
            <pc:docMk/>
            <pc:sldMk cId="3375158519" sldId="257"/>
            <ac:picMk id="9" creationId="{6194C9D6-6ADB-25DB-3E20-7007040C7689}"/>
          </ac:picMkLst>
        </pc:picChg>
        <pc:picChg chg="add mod">
          <ac:chgData name="Bela Perdomo" userId="00728a31-43d9-4b7f-9959-7b6673fdf6dd" providerId="ADAL" clId="{35169D7D-B06B-415F-9E15-96EEC6A54ECB}" dt="2025-04-02T14:28:18.662" v="250" actId="1076"/>
          <ac:picMkLst>
            <pc:docMk/>
            <pc:sldMk cId="3375158519" sldId="257"/>
            <ac:picMk id="11" creationId="{A60CBBE5-16CC-C2E4-5890-7C19A55FE024}"/>
          </ac:picMkLst>
        </pc:picChg>
      </pc:sldChg>
      <pc:sldChg chg="addSp modSp add mod">
        <pc:chgData name="Bela Perdomo" userId="00728a31-43d9-4b7f-9959-7b6673fdf6dd" providerId="ADAL" clId="{35169D7D-B06B-415F-9E15-96EEC6A54ECB}" dt="2025-04-02T14:29:14.172" v="280" actId="14100"/>
        <pc:sldMkLst>
          <pc:docMk/>
          <pc:sldMk cId="252676382" sldId="258"/>
        </pc:sldMkLst>
        <pc:spChg chg="mod">
          <ac:chgData name="Bela Perdomo" userId="00728a31-43d9-4b7f-9959-7b6673fdf6dd" providerId="ADAL" clId="{35169D7D-B06B-415F-9E15-96EEC6A54ECB}" dt="2025-04-02T14:28:22.490" v="255" actId="20577"/>
          <ac:spMkLst>
            <pc:docMk/>
            <pc:sldMk cId="252676382" sldId="258"/>
            <ac:spMk id="2" creationId="{8FDCF7AF-3276-D830-DBEA-AAF003A808AF}"/>
          </ac:spMkLst>
        </pc:spChg>
        <pc:picChg chg="add mod">
          <ac:chgData name="Bela Perdomo" userId="00728a31-43d9-4b7f-9959-7b6673fdf6dd" providerId="ADAL" clId="{35169D7D-B06B-415F-9E15-96EEC6A54ECB}" dt="2025-04-02T14:28:55.425" v="273" actId="1076"/>
          <ac:picMkLst>
            <pc:docMk/>
            <pc:sldMk cId="252676382" sldId="258"/>
            <ac:picMk id="4" creationId="{4D7564CF-22AB-9B6F-585C-D3577E7BF71F}"/>
          </ac:picMkLst>
        </pc:picChg>
        <pc:picChg chg="add mod">
          <ac:chgData name="Bela Perdomo" userId="00728a31-43d9-4b7f-9959-7b6673fdf6dd" providerId="ADAL" clId="{35169D7D-B06B-415F-9E15-96EEC6A54ECB}" dt="2025-04-02T14:28:58.046" v="274" actId="1076"/>
          <ac:picMkLst>
            <pc:docMk/>
            <pc:sldMk cId="252676382" sldId="258"/>
            <ac:picMk id="6" creationId="{A57B5A8F-7E02-825E-A58F-149AF103F589}"/>
          </ac:picMkLst>
        </pc:picChg>
        <pc:picChg chg="add mod">
          <ac:chgData name="Bela Perdomo" userId="00728a31-43d9-4b7f-9959-7b6673fdf6dd" providerId="ADAL" clId="{35169D7D-B06B-415F-9E15-96EEC6A54ECB}" dt="2025-04-02T14:28:44.340" v="266" actId="1076"/>
          <ac:picMkLst>
            <pc:docMk/>
            <pc:sldMk cId="252676382" sldId="258"/>
            <ac:picMk id="8" creationId="{92E013D7-5256-8908-19ED-B494A0FFA68E}"/>
          </ac:picMkLst>
        </pc:picChg>
        <pc:picChg chg="add mod">
          <ac:chgData name="Bela Perdomo" userId="00728a31-43d9-4b7f-9959-7b6673fdf6dd" providerId="ADAL" clId="{35169D7D-B06B-415F-9E15-96EEC6A54ECB}" dt="2025-04-02T14:29:14.172" v="280" actId="14100"/>
          <ac:picMkLst>
            <pc:docMk/>
            <pc:sldMk cId="252676382" sldId="258"/>
            <ac:picMk id="10" creationId="{72C45620-D940-E5DB-2965-F7CEAF658223}"/>
          </ac:picMkLst>
        </pc:picChg>
      </pc:sldChg>
      <pc:sldChg chg="addSp modSp add mod">
        <pc:chgData name="Bela Perdomo" userId="00728a31-43d9-4b7f-9959-7b6673fdf6dd" providerId="ADAL" clId="{35169D7D-B06B-415F-9E15-96EEC6A54ECB}" dt="2025-04-02T14:30:13.568" v="308" actId="14100"/>
        <pc:sldMkLst>
          <pc:docMk/>
          <pc:sldMk cId="2734556858" sldId="259"/>
        </pc:sldMkLst>
        <pc:spChg chg="mod">
          <ac:chgData name="Bela Perdomo" userId="00728a31-43d9-4b7f-9959-7b6673fdf6dd" providerId="ADAL" clId="{35169D7D-B06B-415F-9E15-96EEC6A54ECB}" dt="2025-04-02T14:29:17.996" v="285" actId="20577"/>
          <ac:spMkLst>
            <pc:docMk/>
            <pc:sldMk cId="2734556858" sldId="259"/>
            <ac:spMk id="2" creationId="{863902B5-B883-EC7E-9250-8DD2E7A306CE}"/>
          </ac:spMkLst>
        </pc:spChg>
        <pc:picChg chg="add mod">
          <ac:chgData name="Bela Perdomo" userId="00728a31-43d9-4b7f-9959-7b6673fdf6dd" providerId="ADAL" clId="{35169D7D-B06B-415F-9E15-96EEC6A54ECB}" dt="2025-04-02T14:30:00.543" v="302" actId="1076"/>
          <ac:picMkLst>
            <pc:docMk/>
            <pc:sldMk cId="2734556858" sldId="259"/>
            <ac:picMk id="4" creationId="{2400B27C-43A6-27CE-C853-32670CB4780D}"/>
          </ac:picMkLst>
        </pc:picChg>
        <pc:picChg chg="add mod">
          <ac:chgData name="Bela Perdomo" userId="00728a31-43d9-4b7f-9959-7b6673fdf6dd" providerId="ADAL" clId="{35169D7D-B06B-415F-9E15-96EEC6A54ECB}" dt="2025-04-02T14:29:56.658" v="299" actId="1076"/>
          <ac:picMkLst>
            <pc:docMk/>
            <pc:sldMk cId="2734556858" sldId="259"/>
            <ac:picMk id="6" creationId="{DBDECF34-0E45-0B80-375A-CC9DA83F301E}"/>
          </ac:picMkLst>
        </pc:picChg>
        <pc:picChg chg="add mod">
          <ac:chgData name="Bela Perdomo" userId="00728a31-43d9-4b7f-9959-7b6673fdf6dd" providerId="ADAL" clId="{35169D7D-B06B-415F-9E15-96EEC6A54ECB}" dt="2025-04-02T14:29:52.247" v="296" actId="1076"/>
          <ac:picMkLst>
            <pc:docMk/>
            <pc:sldMk cId="2734556858" sldId="259"/>
            <ac:picMk id="8" creationId="{F65621CE-C13F-0240-A842-C259FEAAD460}"/>
          </ac:picMkLst>
        </pc:picChg>
        <pc:picChg chg="add mod">
          <ac:chgData name="Bela Perdomo" userId="00728a31-43d9-4b7f-9959-7b6673fdf6dd" providerId="ADAL" clId="{35169D7D-B06B-415F-9E15-96EEC6A54ECB}" dt="2025-04-02T14:30:13.568" v="308" actId="14100"/>
          <ac:picMkLst>
            <pc:docMk/>
            <pc:sldMk cId="2734556858" sldId="259"/>
            <ac:picMk id="10" creationId="{28345C47-AD85-DA0A-99F7-39C7CD0F5CD0}"/>
          </ac:picMkLst>
        </pc:picChg>
      </pc:sldChg>
      <pc:sldChg chg="addSp modSp add mod ord">
        <pc:chgData name="Bela Perdomo" userId="00728a31-43d9-4b7f-9959-7b6673fdf6dd" providerId="ADAL" clId="{35169D7D-B06B-415F-9E15-96EEC6A54ECB}" dt="2025-04-02T14:38:06.445" v="315" actId="1076"/>
        <pc:sldMkLst>
          <pc:docMk/>
          <pc:sldMk cId="3639629246" sldId="260"/>
        </pc:sldMkLst>
        <pc:spChg chg="mod">
          <ac:chgData name="Bela Perdomo" userId="00728a31-43d9-4b7f-9959-7b6673fdf6dd" providerId="ADAL" clId="{35169D7D-B06B-415F-9E15-96EEC6A54ECB}" dt="2025-04-02T14:26:01.802" v="169" actId="20577"/>
          <ac:spMkLst>
            <pc:docMk/>
            <pc:sldMk cId="3639629246" sldId="260"/>
            <ac:spMk id="2" creationId="{EA133C99-C9EB-E78C-DD5C-A7C9C76E47EC}"/>
          </ac:spMkLst>
        </pc:spChg>
        <pc:picChg chg="add mod">
          <ac:chgData name="Bela Perdomo" userId="00728a31-43d9-4b7f-9959-7b6673fdf6dd" providerId="ADAL" clId="{35169D7D-B06B-415F-9E15-96EEC6A54ECB}" dt="2025-04-02T14:37:53.508" v="310" actId="14100"/>
          <ac:picMkLst>
            <pc:docMk/>
            <pc:sldMk cId="3639629246" sldId="260"/>
            <ac:picMk id="4" creationId="{21A0E52E-4260-E544-E1B8-CD8E9C5FA786}"/>
          </ac:picMkLst>
        </pc:picChg>
        <pc:picChg chg="add mod">
          <ac:chgData name="Bela Perdomo" userId="00728a31-43d9-4b7f-9959-7b6673fdf6dd" providerId="ADAL" clId="{35169D7D-B06B-415F-9E15-96EEC6A54ECB}" dt="2025-04-02T14:38:02.243" v="314" actId="14100"/>
          <ac:picMkLst>
            <pc:docMk/>
            <pc:sldMk cId="3639629246" sldId="260"/>
            <ac:picMk id="6" creationId="{4B6B81E3-504C-ED62-9DA8-CB53688929EA}"/>
          </ac:picMkLst>
        </pc:picChg>
        <pc:picChg chg="add mod">
          <ac:chgData name="Bela Perdomo" userId="00728a31-43d9-4b7f-9959-7b6673fdf6dd" providerId="ADAL" clId="{35169D7D-B06B-415F-9E15-96EEC6A54ECB}" dt="2025-04-02T14:37:57.348" v="312" actId="1076"/>
          <ac:picMkLst>
            <pc:docMk/>
            <pc:sldMk cId="3639629246" sldId="260"/>
            <ac:picMk id="8" creationId="{AE824F85-11DD-F788-F3EB-1C31879E01AA}"/>
          </ac:picMkLst>
        </pc:picChg>
        <pc:picChg chg="add mod">
          <ac:chgData name="Bela Perdomo" userId="00728a31-43d9-4b7f-9959-7b6673fdf6dd" providerId="ADAL" clId="{35169D7D-B06B-415F-9E15-96EEC6A54ECB}" dt="2025-04-02T14:38:06.445" v="315" actId="1076"/>
          <ac:picMkLst>
            <pc:docMk/>
            <pc:sldMk cId="3639629246" sldId="260"/>
            <ac:picMk id="10" creationId="{6802DEBE-EFB9-ECD9-2670-D5D00B8E625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BD80-1E0D-82BC-99BB-361AEC00A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76FA7-7EDC-19F3-6FBC-ECB847C91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5154F-E254-EA55-6E83-96661ABA9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9FB-9FEB-40C8-A70F-05B07B7AAC2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292D8-CD1C-7613-4D88-AFA23573F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D36D8-8F5A-A9DF-71F5-42F9179B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DC90-E149-4E8B-A660-813392DD4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86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CA71-4807-C5B5-47DD-5CB826F7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B0187-E214-6BE7-647A-A8757AB2F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A96EC-3EB5-FCBA-55DF-646C30D2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9FB-9FEB-40C8-A70F-05B07B7AAC2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10D8-2A20-2046-824D-EFC11029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544B7-33AA-990B-D7AB-707FEB7B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DC90-E149-4E8B-A660-813392DD4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95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1E859-28EA-6FC6-6186-C289F2AED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48BC1-D74A-B873-455C-D29DFFBE1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84D77-E592-0BEA-2C84-E17E60016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9FB-9FEB-40C8-A70F-05B07B7AAC2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215B5-45B6-11A6-5F68-E2E2E441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B1FAF-5B50-1536-7B87-9BB4E029C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DC90-E149-4E8B-A660-813392DD4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66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62807-02A6-1F69-A9E3-12F9F58B2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E3653-2DF4-D351-A0BE-A8F0549E1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31754-BBF3-E9C5-0A44-D62BEDBF0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B0CAF-830F-AC49-EC2D-625DC26F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9FB-9FEB-40C8-A70F-05B07B7AAC2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F1793-5284-0CB6-7444-F9130C35A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67134-F876-668D-3521-37E2A1D7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DC90-E149-4E8B-A660-813392DD4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72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9845B-73D8-08E3-35DA-58A29E32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04F68-419A-8F28-5E9E-3720979B7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D3878-06B7-4C48-D68B-10F505EF6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EE8150-E9F1-B892-AF6D-4DBCBFDFD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569F30-BBC1-C608-1341-EA0F79DAC1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06087B-DDB3-5623-97F5-150EEE6D2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9FB-9FEB-40C8-A70F-05B07B7AAC2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1D9979-A3A5-4968-76BC-FCB2B5352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6E5794-B9EB-6850-F6E6-B23C5481E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DC90-E149-4E8B-A660-813392DD4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34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06C2E-780A-E3BD-AB62-E0565D1A3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5BD92-8135-A5C2-F743-517D877A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9FB-9FEB-40C8-A70F-05B07B7AAC2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0F41A-1F88-AC33-842F-F04744FA7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9ABCD-4428-AD28-C230-0FCE560D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DC90-E149-4E8B-A660-813392DD4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88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D54C30-7B62-B75C-1D36-AAB75C87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9FB-9FEB-40C8-A70F-05B07B7AAC2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81B589-FB95-8490-F754-1BFC42003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C5C93-67E3-3A87-A4CD-0F6592BC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DC90-E149-4E8B-A660-813392DD4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14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73D2-2FAA-2E38-C807-67EEA8770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4EC5A-6CF1-DB92-3218-FA440A76C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8CD71-D710-7E5C-DC76-683B00760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631DC-B543-5BA1-FE18-575329946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9FB-9FEB-40C8-A70F-05B07B7AAC2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A33C2-B621-5D63-5484-436946EC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AA5EC-79DB-0982-BFD1-697DFE6B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DC90-E149-4E8B-A660-813392DD4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62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3789-E31D-EEE6-F7A1-4F17BC873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2AE80-EF42-5EE8-BCDD-A07DC625E7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EDAF2-59EC-76DE-36C0-B8D4A9512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1B566-1F7E-1683-D52F-2A07BBDAC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9FB-9FEB-40C8-A70F-05B07B7AAC2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931D7-7232-A4DC-87DB-6E2498317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D5DCA-90B5-0BC2-4AF4-073FF188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DC90-E149-4E8B-A660-813392DD4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89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86515-B62E-5ED9-D692-3729C3A1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7F0E14-E353-A5DE-6E88-1026935CF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FB706-D2ED-C0ED-E005-8061CBB3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9FB-9FEB-40C8-A70F-05B07B7AAC2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C7B2C-ADA4-BF08-A638-84CF8292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1A6A1-4D14-CCC5-C5D3-2A4A97CB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DC90-E149-4E8B-A660-813392DD4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23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FFD5EA-D092-7C9D-014D-75D2FEA5E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C0287-2E78-1411-3685-7F77DC83B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0169C-FE23-CA05-F857-2DFEFECB1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9FB-9FEB-40C8-A70F-05B07B7AAC2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8E372-5AAD-4BD1-9FE5-21DB943A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DD3B9-CBAF-9CAE-54D1-073A27B4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DC90-E149-4E8B-A660-813392DD4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581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233BD-FFD7-A14B-0EE6-B21C1830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13CF6-46A5-4EC9-4ABB-2F2043309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D24F-12D6-FB6D-29D7-490A90C69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E49FB-9FEB-40C8-A70F-05B07B7AAC2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08099-C17E-9403-1649-DB55E758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3961D-1C76-B4D8-518A-B784CFF36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2DC90-E149-4E8B-A660-813392DD4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39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EBD7F-236A-6E90-DD84-AD0DBF6088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Dry Electrode Central EPRs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D48715-EBC1-517E-6650-8310BCF43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04-02-2025</a:t>
            </a:r>
          </a:p>
          <a:p>
            <a:pPr marL="342900" indent="-342900">
              <a:buFontTx/>
              <a:buChar char="-"/>
            </a:pPr>
            <a:r>
              <a:rPr lang="en-US" dirty="0"/>
              <a:t>P3 P4 average ReRef</a:t>
            </a:r>
          </a:p>
          <a:p>
            <a:pPr marL="342900" indent="-342900">
              <a:buFontTx/>
              <a:buChar char="-"/>
            </a:pPr>
            <a:r>
              <a:rPr lang="en-US" dirty="0"/>
              <a:t>1-10Hz second bandpass</a:t>
            </a:r>
          </a:p>
          <a:p>
            <a:pPr marL="342900" indent="-342900">
              <a:buFontTx/>
              <a:buChar char="-"/>
            </a:pPr>
            <a:r>
              <a:rPr lang="en-US" dirty="0"/>
              <a:t>Not new ref electrode location</a:t>
            </a:r>
          </a:p>
          <a:p>
            <a:pPr marL="342900" indent="-342900">
              <a:buFontTx/>
              <a:buChar char="-"/>
            </a:pPr>
            <a:r>
              <a:rPr lang="en-US" dirty="0"/>
              <a:t>Timing not fixed</a:t>
            </a:r>
          </a:p>
        </p:txBody>
      </p:sp>
    </p:spTree>
    <p:extLst>
      <p:ext uri="{BB962C8B-B14F-4D97-AF65-F5344CB8AC3E}">
        <p14:creationId xmlns:p14="http://schemas.microsoft.com/office/powerpoint/2010/main" val="1459489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3E50-6D8C-66A8-6AE6-84B2B53AF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33C99-C9EB-E78C-DD5C-A7C9C76E4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3</a:t>
            </a:r>
          </a:p>
        </p:txBody>
      </p:sp>
      <p:pic>
        <p:nvPicPr>
          <p:cNvPr id="4" name="Picture 3" descr="A graph showing the erp channel&#10;&#10;AI-generated content may be incorrect.">
            <a:extLst>
              <a:ext uri="{FF2B5EF4-FFF2-40B4-BE49-F238E27FC236}">
                <a16:creationId xmlns:a16="http://schemas.microsoft.com/office/drawing/2014/main" id="{21A0E52E-4260-E544-E1B8-CD8E9C5FA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" y="22920"/>
            <a:ext cx="6386030" cy="3952078"/>
          </a:xfrm>
          <a:prstGeom prst="rect">
            <a:avLst/>
          </a:prstGeom>
        </p:spPr>
      </p:pic>
      <p:pic>
        <p:nvPicPr>
          <p:cNvPr id="6" name="Picture 5" descr="A graph showing the erp channel&#10;&#10;AI-generated content may be incorrect.">
            <a:extLst>
              <a:ext uri="{FF2B5EF4-FFF2-40B4-BE49-F238E27FC236}">
                <a16:creationId xmlns:a16="http://schemas.microsoft.com/office/drawing/2014/main" id="{4B6B81E3-504C-ED62-9DA8-CB5368892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7165" y="4439920"/>
            <a:ext cx="3737018" cy="2266716"/>
          </a:xfrm>
          <a:prstGeom prst="rect">
            <a:avLst/>
          </a:prstGeom>
        </p:spPr>
      </p:pic>
      <p:pic>
        <p:nvPicPr>
          <p:cNvPr id="8" name="Picture 7" descr="A graph showing the erp channel&#10;&#10;AI-generated content may be incorrect.">
            <a:extLst>
              <a:ext uri="{FF2B5EF4-FFF2-40B4-BE49-F238E27FC236}">
                <a16:creationId xmlns:a16="http://schemas.microsoft.com/office/drawing/2014/main" id="{AE824F85-11DD-F788-F3EB-1C31879E01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640" y="4742725"/>
            <a:ext cx="3592032" cy="1961733"/>
          </a:xfrm>
          <a:prstGeom prst="rect">
            <a:avLst/>
          </a:prstGeom>
        </p:spPr>
      </p:pic>
      <p:pic>
        <p:nvPicPr>
          <p:cNvPr id="10" name="Picture 9" descr="A graph of erps&#10;&#10;AI-generated content may be incorrect.">
            <a:extLst>
              <a:ext uri="{FF2B5EF4-FFF2-40B4-BE49-F238E27FC236}">
                <a16:creationId xmlns:a16="http://schemas.microsoft.com/office/drawing/2014/main" id="{6802DEBE-EFB9-ECD9-2670-D5D00B8E6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210" y="263506"/>
            <a:ext cx="6386030" cy="347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29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A8837-CBA9-E090-3BB0-106633E79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4</a:t>
            </a:r>
          </a:p>
        </p:txBody>
      </p:sp>
      <p:pic>
        <p:nvPicPr>
          <p:cNvPr id="5" name="Picture 4" descr="A graph showing the erp channel&#10;&#10;AI-generated content may be incorrect.">
            <a:extLst>
              <a:ext uri="{FF2B5EF4-FFF2-40B4-BE49-F238E27FC236}">
                <a16:creationId xmlns:a16="http://schemas.microsoft.com/office/drawing/2014/main" id="{8AF82026-BC27-EB4E-17F6-5E412604F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773" y="266065"/>
            <a:ext cx="3506788" cy="2032294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09D150EA-FD0F-4ACB-5B35-D32B9C6DF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7" y="2298359"/>
            <a:ext cx="3690303" cy="1976027"/>
          </a:xfrm>
          <a:prstGeom prst="rect">
            <a:avLst/>
          </a:prstGeom>
        </p:spPr>
      </p:pic>
      <p:pic>
        <p:nvPicPr>
          <p:cNvPr id="9" name="Picture 8" descr="A graph showing the erp channel&#10;&#10;AI-generated content may be incorrect.">
            <a:extLst>
              <a:ext uri="{FF2B5EF4-FFF2-40B4-BE49-F238E27FC236}">
                <a16:creationId xmlns:a16="http://schemas.microsoft.com/office/drawing/2014/main" id="{6194C9D6-6ADB-25DB-3E20-7007040C76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612" y="4274386"/>
            <a:ext cx="4055110" cy="2306711"/>
          </a:xfrm>
          <a:prstGeom prst="rect">
            <a:avLst/>
          </a:prstGeom>
        </p:spPr>
      </p:pic>
      <p:pic>
        <p:nvPicPr>
          <p:cNvPr id="11" name="Picture 10" descr="A graph of erps&#10;&#10;AI-generated content may be incorrect.">
            <a:extLst>
              <a:ext uri="{FF2B5EF4-FFF2-40B4-BE49-F238E27FC236}">
                <a16:creationId xmlns:a16="http://schemas.microsoft.com/office/drawing/2014/main" id="{A60CBBE5-16CC-C2E4-5890-7C19A55FE0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076" y="963992"/>
            <a:ext cx="6464924" cy="393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58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C8CCE-3B57-8609-C912-988FF68C9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CF7AF-3276-D830-DBEA-AAF003A80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5</a:t>
            </a:r>
          </a:p>
        </p:txBody>
      </p:sp>
      <p:pic>
        <p:nvPicPr>
          <p:cNvPr id="4" name="Picture 3" descr="A graph showing a graph of erp&#10;&#10;AI-generated content may be incorrect.">
            <a:extLst>
              <a:ext uri="{FF2B5EF4-FFF2-40B4-BE49-F238E27FC236}">
                <a16:creationId xmlns:a16="http://schemas.microsoft.com/office/drawing/2014/main" id="{4D7564CF-22AB-9B6F-585C-D3577E7BF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0601"/>
            <a:ext cx="3599815" cy="2141496"/>
          </a:xfrm>
          <a:prstGeom prst="rect">
            <a:avLst/>
          </a:prstGeom>
        </p:spPr>
      </p:pic>
      <p:pic>
        <p:nvPicPr>
          <p:cNvPr id="6" name="Picture 5" descr="A graph showing the erp channel&#10;&#10;AI-generated content may be incorrect.">
            <a:extLst>
              <a:ext uri="{FF2B5EF4-FFF2-40B4-BE49-F238E27FC236}">
                <a16:creationId xmlns:a16="http://schemas.microsoft.com/office/drawing/2014/main" id="{A57B5A8F-7E02-825E-A58F-149AF103F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56462"/>
            <a:ext cx="3829300" cy="2345075"/>
          </a:xfrm>
          <a:prstGeom prst="rect">
            <a:avLst/>
          </a:prstGeom>
        </p:spPr>
      </p:pic>
      <p:pic>
        <p:nvPicPr>
          <p:cNvPr id="8" name="Picture 7" descr="A graph showing the erp channel&#10;&#10;AI-generated content may be incorrect.">
            <a:extLst>
              <a:ext uri="{FF2B5EF4-FFF2-40B4-BE49-F238E27FC236}">
                <a16:creationId xmlns:a16="http://schemas.microsoft.com/office/drawing/2014/main" id="{92E013D7-5256-8908-19ED-B494A0FFA6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375" y="202565"/>
            <a:ext cx="3949065" cy="2345075"/>
          </a:xfrm>
          <a:prstGeom prst="rect">
            <a:avLst/>
          </a:prstGeom>
        </p:spPr>
      </p:pic>
      <p:pic>
        <p:nvPicPr>
          <p:cNvPr id="10" name="Picture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2C45620-D940-E5DB-2965-F7CEAF6582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499" y="1516380"/>
            <a:ext cx="6112539" cy="370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76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C477E-AA81-0050-2FE5-A1A1125A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02B5-B883-EC7E-9250-8DD2E7A30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6</a:t>
            </a:r>
          </a:p>
        </p:txBody>
      </p:sp>
      <p:pic>
        <p:nvPicPr>
          <p:cNvPr id="4" name="Picture 3" descr="A graph showing the erp channel&#10;&#10;AI-generated content may be incorrect.">
            <a:extLst>
              <a:ext uri="{FF2B5EF4-FFF2-40B4-BE49-F238E27FC236}">
                <a16:creationId xmlns:a16="http://schemas.microsoft.com/office/drawing/2014/main" id="{2400B27C-43A6-27CE-C853-32670CB47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200" y="4612323"/>
            <a:ext cx="3686175" cy="2209800"/>
          </a:xfrm>
          <a:prstGeom prst="rect">
            <a:avLst/>
          </a:prstGeom>
        </p:spPr>
      </p:pic>
      <p:pic>
        <p:nvPicPr>
          <p:cNvPr id="6" name="Picture 5" descr="A graph showing the erp channel&#10;&#10;AI-generated content may be incorrect.">
            <a:extLst>
              <a:ext uri="{FF2B5EF4-FFF2-40B4-BE49-F238E27FC236}">
                <a16:creationId xmlns:a16="http://schemas.microsoft.com/office/drawing/2014/main" id="{DBDECF34-0E45-0B80-375A-CC9DA83F3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0991"/>
            <a:ext cx="3971415" cy="2436018"/>
          </a:xfrm>
          <a:prstGeom prst="rect">
            <a:avLst/>
          </a:prstGeom>
        </p:spPr>
      </p:pic>
      <p:pic>
        <p:nvPicPr>
          <p:cNvPr id="8" name="Picture 7" descr="A graph showing a wave of data&#10;&#10;AI-generated content may be incorrect.">
            <a:extLst>
              <a:ext uri="{FF2B5EF4-FFF2-40B4-BE49-F238E27FC236}">
                <a16:creationId xmlns:a16="http://schemas.microsoft.com/office/drawing/2014/main" id="{F65621CE-C13F-0240-A842-C259FEAAD4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825" y="81280"/>
            <a:ext cx="4153684" cy="2347278"/>
          </a:xfrm>
          <a:prstGeom prst="rect">
            <a:avLst/>
          </a:prstGeom>
        </p:spPr>
      </p:pic>
      <p:pic>
        <p:nvPicPr>
          <p:cNvPr id="10" name="Picture 9" descr="A graph of erp and erp&#10;&#10;AI-generated content may be incorrect.">
            <a:extLst>
              <a:ext uri="{FF2B5EF4-FFF2-40B4-BE49-F238E27FC236}">
                <a16:creationId xmlns:a16="http://schemas.microsoft.com/office/drawing/2014/main" id="{28345C47-AD85-DA0A-99F7-39C7CD0F5C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240" y="1789430"/>
            <a:ext cx="5858682" cy="351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56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28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Dry Electrode Central EPRs</vt:lpstr>
      <vt:lpstr>Sub 3</vt:lpstr>
      <vt:lpstr>Sub 4</vt:lpstr>
      <vt:lpstr>Sub 5</vt:lpstr>
      <vt:lpstr>Sub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Bela Perdomo</dc:creator>
  <cp:lastModifiedBy>Bela Perdomo</cp:lastModifiedBy>
  <cp:revision>1</cp:revision>
  <dcterms:created xsi:type="dcterms:W3CDTF">2025-04-02T14:24:44Z</dcterms:created>
  <dcterms:modified xsi:type="dcterms:W3CDTF">2025-04-02T14:38:08Z</dcterms:modified>
</cp:coreProperties>
</file>